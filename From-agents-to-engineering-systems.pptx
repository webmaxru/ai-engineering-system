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Same plan → act → evaluate system, different timing of human validation. I will keep application behavior, local tests, hosted policy, and live agent evidence distinct.</a:t>
            </a:r>
          </a:p>
          <a:p/>
          <a:p>
            <a:r>
              <a:t>DEMO — REPO / VS CODE</a:t>
            </a:r>
          </a:p>
          <a:p>
            <a:r>
              <a:t>Open the WI-1843 task worktree at PR #19 head `cf762216` and verify `docs/demos/README.md` there. Show the WI-1842 and WI-1843 runbooks and open issues #4 and #17. PR #13 and PR #29 are closed historical attempts; PRs #15, #18, #21, #23, #25, #26, #27, and #28 are open maintenance items. PR #27 and #28 are draft implementations; none is accepted. Do not present an open PR or approved plan as implementation acceptance.</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https://learn.microsoft.com/en-us/training/modules/design-agent-architecture-integration/4-plan-reason-execution</a:t>
            </a:r>
          </a:p>
          <a:p/>
          <a:p>
            <a:r>
              <a:t>EVIDENCE BOUNDARY</a:t>
            </a:r>
          </a:p>
          <a:p>
            <a:r>
              <a:t>Northstar main remains the known-defective baseline `b65c2de…`; the inert framework snapshot tracks candidate `bfb2cbf…` but remains `known-defective`, and conformance remains blocked. PR #18 is open at `2ce3cf8…`, unmerged and unaccepted; its local validation passed 489 unit/9 PostgreSQL tests, but hosted human-review, controls, and final trusted acceptance remain unresolved and AC15 is unverified. PR #19 is open/draft at `cf762216`, based on older `17e7a5c…`; its local 470 unit/12 PostgreSQL tests and human-review pass, but Zizmor reports 86 findings and repository-controls fails. PR #27 is open/draft at `a5c64fc…`, based on `2ce3cf8…`; `npm run validate` passes 535 unit and 10 PostgreSQL acceptance tests. Fastify 5.12.5 has zero npm audit vulnerabilities. `npm run validate:all` still fails with 83 Zizmor findings. Hosted run `36873981770` passes plan-contract, plan-approval, scope, quality, acceptance, dependency-review, CodeQL, secret-scan, merge-validation, and governance; it fails repository-controls, human-review (zero approvals on this head), and evidence. `validation-authority` is missing; the report is `review_required`, 9/10 criteria proven, with AC9 unproven. Separate Cloud run `36869969461` used predecessor `b05b481`; its Actions wrapper completed, but artifact-view attempts failed, so no bound Cloud result is established. PR #28 remains open/draft and unaccepted. PR #13 and #29 are closed; #29 used `main` and made no source changes. Earlier Cloud canary PR #30 stopped because the task-contract artifact was absent. No live VS Code or successful Cloud delivery is established.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p>
            <a:r>
              <a:t>DEMO — REPO / VS CODE</a:t>
            </a:r>
          </a:p>
          <a:p>
            <a:r>
              <a:t>No scheduled demo. If asked, return to the negative evidence test rather than inventing a productivity percentage.</a:t>
            </a:r>
          </a:p>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the distinction I want to make visible: a repair candidate can pass application tests without becoming an accepted release. PR #18 remains open at `2ce3cf8…`, unmerged and unaccepted. Its PostgreSQL acceptance job passed, but human-review, repository-controls, and final trusted acceptance remain blocked; AC15 is unverified. PR #27 is also open/draft, now at `a5c64fc…` on base `2ce3cf8…`. `npm run validate` passes 535 unit and 10 PostgreSQL acceptance tests locally. Fastify 5.12.5 has zero npm audit vulnerabilities; full `npm run validate:all` still reports 83 Zizmor findings. Hosted run `36873981770` passes plan-contract, plan-approval, scope, quality, acceptance, dependency-review, CodeQL, secret-scan, merge-validation, and governance, but fails repository-controls, human-review, and evidence. `validation-authority` is missing, and AC9 remains unproven. Neither PR is accepted; do not merge those facts into one green status.</a:t>
            </a:r>
          </a:p>
          <a:p/>
          <a:p>
            <a:r>
              <a:t>DEMO — REPO / VS CODE</a:t>
            </a:r>
          </a:p>
          <a:p>
            <a:r>
              <a:t>Show the open PR #18 and draft PR #27 as candidates, not closed historical examples. The two read-only CLI canaries ran at predecessor `bb767fc…` and proved task/contract/plan/base/session/owner identity only. Keep the current scanner result visible: Poutine reported zero findings; Zizmor reports 83 unsuppressed findings. Cloud run `36869969461` used predecessor `b05b481`; its wrapper completed, but artifact-view attempts failed, so it is not a task-bound Cloud result. The code on this slide is the historical missing-artifact check from audited baseline `b65c2de…`; it is an exact historical excerpt, not current implementation code. Do not present any PR as acceptance.</a:t>
            </a:r>
          </a:p>
          <a:p/>
          <a:p>
            <a:r>
              <a:t>DOCUMENTATION LINKS</a:t>
            </a:r>
          </a:p>
          <a:p>
            <a:r>
              <a:t>https://github.com/webmaxru/northstar-orders-api-demo/pull/18</a:t>
            </a:r>
          </a:p>
          <a:p>
            <a:r>
              <a:t>https://github.com/webmaxru/northstar-orders-api-demo/pull/27</a:t>
            </a:r>
          </a:p>
          <a:p>
            <a:r>
              <a:t>https://github.com/webmaxru/northstar-orders-api-demo/issues/14</a:t>
            </a:r>
          </a:p>
          <a:p>
            <a:r>
              <a:t>https://github.com/webmaxru/ai-engineering-system/blob/main/docs/GUIDE-CONFORMANCE.md</a:t>
            </a:r>
          </a:p>
          <a:p>
            <a:r>
              <a:t>https://github.com/webmaxru/northstar-orders-api-demo/blob/b65c2de5c8224342c72c37eeed7ef9f965ad8a2c/scripts/build-execution-report.mjs</a:t>
            </a:r>
          </a:p>
          <a:p/>
          <a:p>
            <a:r>
              <a:t>EVIDENCE BOUNDARY</a:t>
            </a:r>
          </a:p>
          <a:p>
            <a:r>
              <a:t>PR #18 is open and unaccepted; its hosted acceptance job passed, while human-review, repository-controls, and final trusted acceptance are incomplete. PR #27 is open/draft at `a5c64fc…`; local 535-unit/10-acceptance validation passes, Fastify audit is clean, and full Zizmor reports 83. Hosted run `36873981770` is `review_required` (9/10 criteria proven): repository-controls, human-review, and evidence fail; `validation-authority` is missing and AC9 is unproven. Two CLI canaries at `bb767fc…` proved identity binding only. Cloud run `36869969461` at predecessor `b05b481` has no inspectable artifact result. No hosted `ready_for_acceptance` is recorded.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p>
            <a:r>
              <a:t>DEMO — REPO / VS CODE</a:t>
            </a:r>
          </a:p>
          <a:p>
            <a:r>
              <a:t>If needed, compare the task contract with the service instruction file. Identify one relevant invariant and one unrelated file you intentionally do not load. There is no need for another live agent run.</a:t>
            </a:r>
          </a:p>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proven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is open/draft at `a5c64fc…` on base `2ce3cf8…`: local validation passes 535 unit/10 PostgreSQL tests, Fastify 5.12.5 has zero npm audit vulnerabilities, and full validation still reports 83 Zizmor findings. Hosted run `36873981770` passes plan, scope, quality, acceptance, dependency, CodeQL, secret, merge, and governance checks, but fails repository-controls, human-review, and evidence; `validation-authority` is missing and AC9 remains unproven. The local CLI canaries at predecessor `bb767fc…` prove identity binding only. Separate Cloud run `36869969461` at predecessor `b05b481` completed its Actions wrapper, but artifact-view attempts failed; it does not establish task-bound Cloud evidence. Local results do not imply hosted acceptance.</a:t>
            </a:r>
          </a:p>
          <a:p/>
          <a:p>
            <a:r>
              <a:t>DEMO — REPO / VS CODE</a:t>
            </a:r>
          </a:p>
          <a:p>
            <a:r>
              <a:t>Show current PR #19 and PR #27, identify each exact head/base before comparing results, and open the acceptance output and Zizmor report. PR #27 is draft, not closed; PR #19 is also draft/unaccepted. There is no current-head approval for PR #27.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is open; approved plan PR #26 is open, and implementation PR #27 is open/draft at `a5c64fc…` on base `2ce3cf8…`. Its local validation passes 535 unit/10 PostgreSQL tests; Fastify 5.12.5 has zero npm audit vulnerabilities, but full `validate:all` still reports 83 Zizmor findings. Hosted run `36873981770` fails repository-controls, human-review, and evidence; `validation-authority` is missing and AC9 remains unproven. Earlier Cloud canary PR #30 used predecessor base `bb767fc…` but stopped because `artifacts/task-contract.json` was absent. A separate Cloud run `36869969461` at predecessor `b05b481` completed its Actions wrapper, but artifact-view attempts failed; no bound Cloud result is inspectable. PR #32 attempted Issue #24 on that same Issue #16 base and is not valid Issue #24 evidence. No cloud parallel-isolation result or hosted acceptance is established.</a:t>
            </a:r>
          </a:p>
          <a:p/>
          <a:p>
            <a:r>
              <a:t>DEMO — REPO / VS CODE</a:t>
            </a:r>
          </a:p>
          <a:p>
            <a:r>
              <a:t>Show separate CLI worktree paths and the current open PR #27. Explain that the canaries prove only local read-only identity binding. Do not run destructive shared-checkout tests. VS Code Local-mode behavior is unverified; any future cloud task must bind its own live contract and approved base.</a:t>
            </a:r>
          </a:p>
          <a:p/>
          <a:p>
            <a:r>
              <a:t>DOCUMENTATION LINKS</a:t>
            </a:r>
          </a:p>
          <a:p>
            <a:r>
              <a:t>https://github.com/webmaxru/northstar-orders-api-demo/issues/16</a:t>
            </a:r>
          </a:p>
          <a:p>
            <a:r>
              <a:t>https://github.com/webmaxru/northstar-orders-api-demo/pull/27</a:t>
            </a:r>
          </a:p>
          <a:p>
            <a:r>
              <a:t>https://github.com/webmaxru/northstar-orders-api-demo/pull/30</a:t>
            </a:r>
          </a:p>
          <a:p>
            <a:r>
              <a:t>https://github.com/webmaxru/northstar-orders-api-demo/pull/32</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 AC9 remains unproven; Cloud run `36869969461` has no inspectable artifact result. PR #29 remains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p>
            <a:r>
              <a:t>DEMO — REPO / VS CODE</a:t>
            </a:r>
          </a:p>
          <a:p>
            <a:r>
              <a:t>No scheduled demo. If asked, distinguish application replay/conflict metrics from agent-session activity and from accepted changes. Do not invent productivity numbers.</a:t>
            </a:r>
          </a:p>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p>
            <a:r>
              <a:t>DEMO — REPO / VS CODE</a:t>
            </a:r>
          </a:p>
          <a:p>
            <a:r>
              <a:t>No additional live run. Use the current plan, permission scope and acceptance checklist if someone asks where to begin adopting the patterns.</a:t>
            </a:r>
          </a:p>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BACKUP (not hidden; skip in main run)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p>
            <a:r>
              <a:t>DEMO — REPO / VS CODE</a:t>
            </a:r>
          </a:p>
          <a:p>
            <a:r>
              <a:t>No scheduled demo. Use only if the audience asks how to evaluate a platform, and distinguish documented product capability from this repository's verified setup.</a:t>
            </a:r>
          </a:p>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Thank you. The useful takeaway is that agentic development can be made inspectable: name the task, see the boundaries, challenge the plan or code at the right time, and check what the evidence actually proves. The database acceptance results are real; a completed governed-agent delivery is not established.</a:t>
            </a:r>
          </a:p>
          <a:p/>
          <a:p>
            <a:r>
              <a:t>DEMO — REPO / VS CODE</a:t>
            </a:r>
          </a:p>
          <a:p>
            <a:r>
              <a:t>Show open issues #4 and #17 and draft PR #19. Maintenance plans #15/#21/#23/#25/#26 remain open; PRs #21 and #23 are stale plan proposals, not accepted implementation. Implementation PRs #18/#27/#28 also remain open, with #27 and #28 draft/unaccepted. Only PR #13 and PR #29 are closed among the prior canaries. PR #19 at `cf762216` passes local PostgreSQL 12/12 and hosted human-review, but full validation has 86 Zizmor findings and repository-controls fails. PR #27 is now at `a5c64fc…` on base `2ce3cf8…`; it passes local 535-unit/10-acceptance validation, Fastify audit is clean, but full validation has 83 Zizmor findings. Hosted run `36873981770` is `review_required` with 9/10 criteria proven; repository-controls, human-review, and evidence fail, `validation-authority` is missing, and AC9 is unproven. PR #28 remains draft and unaccepted. Do not show a green status as acceptance.</a:t>
            </a:r>
          </a:p>
          <a:p/>
          <a:p>
            <a:r>
              <a:t>NEXT ACTION</a:t>
            </a:r>
          </a:p>
          <a:p>
            <a:r>
              <a:t>A fresh independent implementation review is needed on PR #27 head `a5c64fc…`; the current-head human-review check found zero approvals. Resolve repository-controls and evidence through the proposed Issue #22/#24 approval sequence; do not change repository settings or rulesets until that sequence is approved and the required trusted authority is in place. `validation-authority` is missing. Cloud run `36869969461` at predecessor `b05b481` completed its wrapper but artifact-view attempts failed; no task-bound Cloud evidence or AC9 proof exists. The Issue #20 plan refresh produced no plan after a task-authority/skill denial; PR #21/#23 remain stale, so the 83 Zizmor findings are not yet remediated.</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https://github.com/webmaxru/northstar-orders-api-demo/issues/16</a:t>
            </a:r>
          </a:p>
          <a:p>
            <a:r>
              <a:t>https://github.com/webmaxru/ai-engineering-system/blob/main/docs/GUIDE-CONFORMANCE.md</a:t>
            </a:r>
          </a:p>
          <a:p>
            <a:r>
              <a:t>https://learn.microsoft.com/en-us/training/modules/design-agent-architecture-integration/4-plan-reason-execution</a:t>
            </a:r>
          </a:p>
          <a:p/>
          <a:p>
            <a:r>
              <a:t>EVIDENCE BOUNDARY</a:t>
            </a:r>
          </a:p>
          <a:p>
            <a:r>
              <a:t>PR #18 remains open and unaccepted; PRs #19, #27, and #28 are open drafts. PR #15/#21/#23/#25/#26 are open plans; #21 and #23 are stale. Required implementation and hosted acceptance steps remain pending. PR #13 and #29 are closed historical attempts, not accepted results. No hosted `ready_for_acceptance`, live VS Code delivery, or successful task-bound Cloud-agent delivery is recorded.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535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
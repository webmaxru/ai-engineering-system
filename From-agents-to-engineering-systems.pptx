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It is the same plan, act, evaluate system with different timing of human validation. Keep application behavior, local tests, hosted policy, and live agent evidence distinct.</a:t>
            </a:r>
          </a:p>
          <a:p/>
          <a:p>
            <a:r>
              <a:t>DEMO - REPO / VS CODE</a:t>
            </a:r>
          </a:p>
          <a:p>
            <a:r>
              <a:t>Show issues #4 and #17, PR #18, and drafts #19, #27, and #28. PR #27 is at `f1c40a9` and has exact-head approval. PR #28 is at `cb507e2`, was approved on that exact head by `vibeprogrammer` (review `5391273930`), and remains draft because hosted dependency-review, repository-controls, and evidence still fail. Do not present review approval as acceptance.</a:t>
            </a:r>
          </a:p>
          <a:p/>
          <a:p>
            <a:r>
              <a:t>DOCUMENTATION LINKS</a:t>
            </a:r>
          </a:p>
          <a:p>
            <a:r>
              <a:t>https://github.com/webmaxru/ai-engineering-system</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https://github.com/webmaxru/northstar-orders-api-demo/issues/24</a:t>
            </a:r>
          </a:p>
          <a:p/>
          <a:p>
            <a:r>
              <a:t>EVIDENCE BOUNDARY</a:t>
            </a:r>
          </a:p>
          <a:p>
            <a:r>
              <a:t>Northstar main remains the known-defective baseline `b65c2de`; the framework snapshot remains `known-defective` and conformance is blocked. PR #27 run `36984950941` passes current-head human-review but fails repository-controls/evidence; AC9 is unproven. PR #28 run `37001565136` passes current-head human-review but fails dependency-review, repository-controls, and evidence. Trusted Publish Evidence run `37001721147` executed protected main at `b65c2de` and failed because the deployed resolver only recognizes PRs targeting `main`; PR #28 is stacked on the parent branch. The candidate's resolver fix is not yet active on protected main. No accepted Cloud or VS Code delivery exists; no settings, permissions, or secrets changed.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p>
            <a:r>
              <a:t>DEMO — REPO / VS CODE</a:t>
            </a:r>
          </a:p>
          <a:p>
            <a:r>
              <a:t>No scheduled demo. If asked, return to the negative evidence test rather than inventing a productivity percentage.</a:t>
            </a:r>
          </a:p>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passing local suite is necessary, not acceptance. Keep plan → act → evaluate evidence bound to the exact task, plan, source head, checks, and human decision.</a:t>
            </a:r>
          </a:p>
          <a:p/>
          <a:p>
            <a:r>
              <a:t>DEMO - REPO / VS CODE</a:t>
            </a:r>
          </a:p>
          <a:p>
            <a:r>
              <a:t>Show PR #18 and drafts #27/#28 as candidates, not accepted releases. PR #18 remains unaccepted; its hosted trusted acceptance is blocked.</a:t>
            </a:r>
          </a:p>
          <a:p/>
          <a:p>
            <a:r>
              <a:t>PR #27 is at `f1c40a961451d29fed04ac37ad01eb63ddec076d` on base `2ce3cf8`. `vibeprogrammer` approved this exact head. Local validation passes 541 unit tests, 10 PostgreSQL acceptance tests, 79 governance checks, scope, lint, typecheck, build, audit, and secret scan; `validate:all` fails on 83 Zizmor findings. Hosted run `36984950941` passes current-head human-review and core checks, but repository-controls/evidence fail. The report is `review_required`; validation-authority is missing and AC9 is unproven.</a:t>
            </a:r>
          </a:p>
          <a:p/>
          <a:p>
            <a:r>
              <a:t>PR #28 is at `cb507e20cd0cb8fdeabfedaece67510a651757b0` on the same parent base and has exact-head review approval `5391273930`. Its local focused tests pass 62/62; full `validate` passes 527 unit tests and 79 governance checks, PostgreSQL acceptance passes 9/9, and secret scan/workflow compile pass. Hosted run `37001565136` passes current-head review but fails dependency-review, repository-controls, and evidence. `npm audit` reports two high advisories inherited from the base; Issue #24 prohibits manifest edits. Trusted Publish Evidence run `37001721147` ran old default-branch code at `b65c2de` and failed to resolve the stacked PR. The resolver fix is in PR #28, not yet integrated into trusted main.</a:t>
            </a:r>
          </a:p>
          <a:p/>
          <a:p>
            <a:r>
              <a:t>The repository-controls 403 is not proof controls are disabled. The PR workflow token is read-only and cannot inspect administrator/App/secret metadata. Separate API checks verified the active ruleset/status identities and enabled secret scanning/push protection. No settings or permissions changed.</a:t>
            </a:r>
          </a:p>
          <a:p/>
          <a:p>
            <a:r>
              <a:t>VS Code remains unverified; no successful task-bound Cloud delivery exists. Issue #22/#20 work must wait for Issue #24 acceptance and the resulting exact parent base.</a:t>
            </a:r>
          </a:p>
          <a:p/>
          <a:p>
            <a:r>
              <a:t>DOCUMENTATION LINKS</a:t>
            </a:r>
          </a:p>
          <a:p>
            <a:r>
              <a:t>https://github.com/webmaxru/northstar-orders-api-demo/pull/27</a:t>
            </a:r>
          </a:p>
          <a:p>
            <a:r>
              <a:t>https://github.com/webmaxru/northstar-orders-api-demo/pull/28</a:t>
            </a:r>
          </a:p>
          <a:p>
            <a:r>
              <a:t>https://github.com/webmaxru/northstar-orders-api-demo/issues/16</a:t>
            </a:r>
          </a:p>
          <a:p>
            <a:r>
              <a:t>https://github.com/webmaxru/northstar-orders-api-demo/issues/24</a:t>
            </a:r>
          </a:p>
          <a:p>
            <a:r>
              <a:t>https://github.com/webmaxru/ai-engineering-system/blob/main/docs/GUIDE-CONFORMANCE.md</a:t>
            </a:r>
          </a:p>
          <a:p/>
          <a:p>
            <a:r>
              <a:t>EVIDENCE BOUNDARY</a:t>
            </a:r>
          </a:p>
          <a:p>
            <a:r>
              <a:t>Neither implementation PR is accepted. No hosted `ready_for_acceptance`, successful Cloud host canary, or VS Code runtime proof exists. `architecture-lock.json` remains blocked; no ruleset, secret, permission, or protected-environment changes were made.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p>
            <a:r>
              <a:t>DEMO — REPO / VS CODE</a:t>
            </a:r>
          </a:p>
          <a:p>
            <a:r>
              <a:t>If needed, compare the task contract with the service instruction file. Identify one relevant invariant and one unrelated file you intentionally do not load. There is no need for another live agent run.</a:t>
            </a:r>
          </a:p>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Issue #17 and PR #19 both bind to base `17e7a5c…`, but that base is older than current PR #18 head `2ce3cf8…`; show the candidate as aligned to its own task/plan, not as a current stacked child of the latest controller. PR #19 at `cf762216` passes local validation (470 unit tests, 12 PostgreSQL acceptance tests, scope/merge) and hosted human-review. Full `validate:all` reports 86 Zizmor findings and repository-controls fails, so it is not accepted. Do not imply hosted delivery.</a:t>
            </a:r>
          </a:p>
          <a:p/>
          <a:p>
            <a:r>
              <a:t>DEMO — REPO / VS CODE</a:t>
            </a:r>
          </a:p>
          <a:p>
            <a:r>
              <a:t>Follow `docs/demos/plan-execute-order-lookup.md` from PR #19 head `cf762216` (the runbook is present there). Open `src/app.ts`, both `getOrder` implementations, and the focused tests. Show the parameterized SELECT and unchanged POST behavior. The PostgreSQL 17.11 service used for 12/12 acceptance was disposable and has been stopped. Keep this a local code/test walkthrough; it is not proof of hosted delivery. Do not start a cloud run until the base and task authority can be bound; the current Issue #16 cloud canary stopped on a missing contract artifact.</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PR #19 head `cf762216`. Local validation passed 470 unit tests and 79 governance checks; scope/merge checks passed. Full `validate:all` exits 1 on 86 Zizmor findings. Hosted human-review passes, but repository-controls fails; no hosted acceptance is established. PR #19 remains open/draft and is based on `17e7a5c…`, behind current PR #18 head `2ce3cf8…`. No VS Code/cloud delivery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available tools, identity, permissions, environment, and pre-action policy.</a:t>
            </a:r>
          </a:p>
          <a:p>
            <a:r>
              <a:t>Northstar illustrates this through role-specific agent tools, PreToolUse authorization, issue/plan identity, and GitHub checks. Repository files describe those controls; a real host canary and live GitHub policy are still needed to prove enforcement.</a:t>
            </a:r>
          </a:p>
          <a:p>
            <a:r>
              <a:t>The audited baseline had a mismatch between its medium-risk combined-mode claim and unconditional plan approval. PR #18 is now open at `2ce3cf8…` with a risk-aware repair candidate, but remains unmerged and unaccepted; the hosted review, controls, and trusted-acceptance gates are still incomplete. Do not present the repair as an established runtime boundary.</a:t>
            </a:r>
          </a:p>
          <a:p/>
          <a:p>
            <a:r>
              <a:t>DEMO — REPO / VS CODE</a:t>
            </a:r>
          </a:p>
          <a:p>
            <a:r>
              <a:t>Show AGENTS.md, the planner/implementer tool declarations, `.github/hooks/agent-boundary.json`, and `scripts/authorize-tool.mjs` at the audited baseline. Contrast instruction text with executable authorization. If useful, compare open PR #18 as an unaccepted candidate; it does not prove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contributor model is a practical simplification. Ask the same questions about human- or agent-authored work: what is the intent, is the scope appropriate, what evidence exists, who owns the risk, and how do we recover? The author changes; the acceptance boundary does not.</a:t>
            </a:r>
          </a:p>
          <a:p/>
          <a:p>
            <a:r>
              <a:t>DEMO — REPO / VS CODE</a:t>
            </a:r>
          </a:p>
          <a:p>
            <a:r>
              <a:t>Show the PR template and the exact review event on open plan PR #15. Review `5353720051` approved the plan-only artifact at its specific commit; it did not approve the later implementation PR #18, demo PR #19, or candidate PR #27. PR #15 remains open. No merge or acceptance occurs in this explanatory segment.</a:t>
            </a:r>
          </a:p>
          <a:p/>
          <a:p>
            <a:r>
              <a:t>DOCUMENTATION LINKS</a:t>
            </a:r>
          </a:p>
          <a:p>
            <a:r>
              <a:t>https://github.com/webmaxru/northstar-orders-api-demo/pull/15</a:t>
            </a:r>
          </a:p>
          <a:p>
            <a:r>
              <a:t>https://learn.microsoft.com/en-us/training/modules/design-agent-architecture-integration/5-pull-request-governance-controls</a:t>
            </a:r>
          </a:p>
          <a:p>
            <a:r>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build/type checks, behavior tests, scope checks, security signals, and independent human review. Each has a different job.</a:t>
            </a:r>
          </a:p>
          <a:p>
            <a:r>
              <a:t>The endpoint candidate PR #19 at `cf762216` is locally validated by 470 unit tests, 12 PostgreSQL acceptance tests, scope, and merge checks. Full `validate:all` fails on 86 Zizmor findings; Poutine reports zero findings. Hosted human-review passes, but repository-controls fails. Its issue/plan/base `17e7a5c` is older than current PR #18 head `2ce3cf8`, so no hosted acceptance is claimed.</a:t>
            </a:r>
          </a:p>
          <a:p>
            <a:r>
              <a:t>Issue #16 is open. Its implementation PR #27 is open/draft at `f1c40a9` on base `2ce3cf8`: local validation passes 541 unit/10 PostgreSQL tests, Fastify 5.12.5 has zero npm audit vulnerabilities, and full `validate:all` still reports 83 Zizmor findings. `vibeprogrammer` approved this exact head. Hosted run `36984950941` passes current-head human-review and core checks, but fails repository-controls and evidence; `validation-authority` is missing and AC9 remains unproven. The local CLI canaries at predecessor `bb767fc` prove identity binding only. Cloud run `36930550238` on predecessor `92a8af6` returned `success=false` without inspectable output; no actual Cloud run tested the fallback. Local results do not imply hosted acceptance.</a:t>
            </a:r>
          </a:p>
          <a:p/>
          <a:p>
            <a:r>
              <a:t>DEMO - REPO / VS CODE</a:t>
            </a:r>
          </a:p>
          <a:p>
            <a:r>
              <a:t>Show current PR #19 and PR #27, identify each exact head/base before comparing results, and open the acceptance output and Zizmor report. PR #27 is draft and has current-head approval, not acceptance; PR #19 is also draft/unaccepted.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Evidence needs an address and an identity: which task, plan, commit, run, and attempt produced the result? Without those, it cannot safely support a release decision. The PR carries that context; workflow artifacts carry inspectable output. `report.json` is only authoritative inside its matching task and source-run context.</a:t>
            </a:r>
          </a:p>
          <a:p/>
          <a:p>
            <a:r>
              <a:t>DEMO — REPO / VS CODE</a:t>
            </a:r>
          </a:p>
          <a:p>
            <a:r>
              <a:t>Open the PR template, the upload step in `.github/workflows/governed-change.yml`, and an execution report. Point to task/plan/base/head/run/attempt binding and rejection of missing or mixed evidence. The upload-artifact excerpt is from the Northstar candidate at `bfb2cbf1d0f488ced1595f100c14ed8e312bb1f7`; the source uses the same `actions/upload-artifact@v7` tag, which remains among Zizmor's `unpinned-uses` findings. A source excerpt is not approval of every external repository setting.</a:t>
            </a:r>
          </a:p>
          <a:p/>
          <a:p>
            <a:r>
              <a:t>DOCUMENTATION LINKS</a:t>
            </a:r>
          </a:p>
          <a:p>
            <a:r>
              <a:t>https://github.com/webmaxru/northstar-orders-api-demo/blob/b65c2de5c8224342c72c37eeed7ef9f965ad8a2c/.github/pull_request_template.md</a:t>
            </a:r>
          </a:p>
          <a:p>
            <a:r>
              <a:t>https://github.com/webmaxru/northstar-orders-api-demo/blob/bfb2cbf1d0f488ced1595f100c14ed8e312bb1f7/.github/workflows/governed-change.yml</a:t>
            </a:r>
          </a:p>
          <a:p>
            <a:r>
              <a:t>https://docs.github.com/en/actions/using-workflows/storing-workflow-data-as-artifacts</a:t>
            </a:r>
          </a:p>
          <a:p>
            <a:r>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plan on a separate worktree can be useful, but a green local identity result is not cloud acceptance. Two read-only Copilot CLI canaries at predecessor `bb767fc` resolved issue #16, its contract, approved plan, base, session, and distinct workspace-owner identities. They made no source changes and did not prove write authorization, Stop behavior, recovery, VS Code behavior, or cloud isolation.</a:t>
            </a:r>
          </a:p>
          <a:p>
            <a:r>
              <a:t>Issue #16 PR #27 is open/draft at `f1c40a9` on base `2ce3cf8`; it has exact-head approval and local validation (541 unit/10 PostgreSQL tests), but hosted run `36984950941` still fails repository-controls/evidence and AC9 is unproven. Cloud run `36930550238` on predecessor `92a8af6` returned `success=false` without an inspectable result; no actual Cloud run tested the identity fallback.</a:t>
            </a:r>
          </a:p>
          <a:p>
            <a:r>
              <a:t>Issue #24 PR #28 is open/draft at `cb507e2` on base `2ce3cf8` and exact-head approved (review `5391273930`). Local validation passes 527 unit/9 PostgreSQL tests and the 62 focused resolver tests. Hosted run `37001565136` passes current-head human-review but fails dependency-review, repository-controls, and evidence. Trusted Publish Evidence run `37001721147` uses old protected-main code at `b65c2de` and cannot resolve the stacked PR because it targets the parent branch; the approved candidate resolver fix is not yet integrated on main.</a:t>
            </a:r>
          </a:p>
          <a:p/>
          <a:p>
            <a:r>
              <a:t>DEMO - REPO / VS CODE</a:t>
            </a:r>
          </a:p>
          <a:p>
            <a:r>
              <a:t>Show separate CLI worktree paths and current open PRs #27/#28. Explain that local canaries prove only read-only identity binding. Issue #22 and #20 plan work remains behind Issue #24 acceptance; after integration, refresh those plans against the exact resulting parent. VS Code Local-mode behavior remains unverified.</a:t>
            </a:r>
          </a:p>
          <a:p/>
          <a:p>
            <a:r>
              <a:t>DOCUMENTATION LINKS</a:t>
            </a:r>
          </a:p>
          <a:p>
            <a:r>
              <a:t>https://github.com/webmaxru/northstar-orders-api-demo/issues/16</a:t>
            </a:r>
          </a:p>
          <a:p>
            <a:r>
              <a:t>https://github.com/webmaxru/northstar-orders-api-demo/issues/24</a:t>
            </a:r>
          </a:p>
          <a:p>
            <a:r>
              <a:t>https://github.com/webmaxru/northstar-orders-api-demo/pull/27</a:t>
            </a:r>
          </a:p>
          <a:p>
            <a:r>
              <a:t>https://github.com/webmaxru/northstar-orders-api-demo/pull/28</a:t>
            </a:r>
          </a:p>
          <a:p>
            <a:r>
              <a:t>https://github.com/webmaxru/northstar-orders-api-demo/pull/30</a:t>
            </a:r>
          </a:p>
          <a:p>
            <a:r>
              <a:t>https://github.com/webmaxru/northstar-orders-api-demo/pull/32</a:t>
            </a:r>
          </a:p>
          <a:p>
            <a:r>
              <a:t>https://learn.microsoft.com/en-us/training/modules/multi-agent-systems-orchestration/4-execution-isolation-permissions-concurrency</a:t>
            </a:r>
          </a:p>
          <a:p>
            <a:r>
              <a:t>https://git-scm.com/docs/git-worktree</a:t>
            </a:r>
          </a:p>
          <a:p/>
          <a:p>
            <a:r>
              <a:t>EVIDENCE BOUNDARY</a:t>
            </a:r>
          </a:p>
          <a:p>
            <a:r>
              <a:t>Synthetic tests and read-only local CLI canaries are not live cloud acceptance. PR #27 AC9 remains unproven; PR #28 has an exact-head review but required hosted gates fail. No hosted `ready_for_acceptance` or settings mutation is established.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p>
            <a:r>
              <a:t>DEMO — REPO / VS CODE</a:t>
            </a:r>
          </a:p>
          <a:p>
            <a:r>
              <a:t>No scheduled demo. If asked, distinguish application replay/conflict metrics from agent-session activity and from accepted changes. Do not invent productivity numbers.</a:t>
            </a:r>
          </a:p>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When the same miss repeats, improve the system that allowed it: task contract, context selection, tools, checks, or recovery. A new prompt is not the automatic answer.</a:t>
            </a:r>
          </a:p>
          <a:p>
            <a:r>
              <a:t>This slide echoes the actual missing-artifact issue. Issue #14 and PR #18 remain open; PR #18 is an unaccepted repair candidate, and its hosted evidence/controls gates are incomplete. Review the specific regression test and trace one failure to the changed control; do not imply the maintenance work is accepted.</a:t>
            </a:r>
          </a:p>
          <a:p/>
          <a:p>
            <a:r>
              <a:t>DEMO — REPO / VS CODE</a:t>
            </a:r>
          </a:p>
          <a:p>
            <a:r>
              <a:t>If needed, open issue #14/PR #18 and the regression test as current maintenance evidence. Keep its `ready_for_review` report distinct from hosted `ready_for_acceptance`.</a:t>
            </a:r>
          </a:p>
          <a:p/>
          <a:p>
            <a:r>
              <a:t>DOCUMENTATION LINKS</a:t>
            </a:r>
          </a:p>
          <a:p>
            <a:r>
              <a:t>https://github.com/webmaxru/northstar-orders-api-demo/issues/14</a:t>
            </a:r>
          </a:p>
          <a:p>
            <a:r>
              <a:t>https://github.com/webmaxru/northstar-orders-api-demo/pull/18</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p>
            <a:r>
              <a:t>DEMO — REPO / VS CODE</a:t>
            </a:r>
          </a:p>
          <a:p>
            <a:r>
              <a:t>No additional live run. Use the current plan, permission scope and acceptance checklist if someone asks where to begin adopting the patterns.</a:t>
            </a:r>
          </a:p>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BACKUP (not hidden; skip in main run)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p>
            <a:r>
              <a:t>DEMO — REPO / VS CODE</a:t>
            </a:r>
          </a:p>
          <a:p>
            <a:r>
              <a:t>No scheduled demo. Use only if the audience asks how to evaluate a platform, and distinguish documented product capability from this repository's verified setup.</a:t>
            </a:r>
          </a:p>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The engineering-system model makes work inspectable; it does not turn passing tests or a reviewer click into acceptance. Only current task-bound evidence plus required hosted controls and independent human acceptance can do that.</a:t>
            </a:r>
          </a:p>
          <a:p/>
          <a:p>
            <a:r>
              <a:t>DEMO - REPO / VS CODE</a:t>
            </a:r>
          </a:p>
          <a:p>
            <a:r>
              <a:t>PR #27 is a draft on base `2ce3cf8` at `f1c40a9` and has exact-head approval. Hosted run `36984950941` passes human-review, but repository-controls and evidence fail; validation-authority is absent, AC9 is unproven, and the report is `review_required`. VS Code workspace trust was not granted, and no successful Cloud task-bound run tested this candidate.</a:t>
            </a:r>
          </a:p>
          <a:p/>
          <a:p>
            <a:r>
              <a:t>Issue #24 PR #28 is a draft at `cb507e2` on the same parent base and was approved at the exact head (review `5391273930`). The implementation fixes bootstrap-mode wiring, derives omitted maintenance run attempts from GitHub, and adds exact stacked-base PR resolution. Local validation passes 527 unit/9 PostgreSQL tests, the 62 focused resolver tests, 79 governance checks, secret scan and workflow compilation. Hosted run `37001565136` passes current-head human-review but fails dependency-review, repository-controls, and evidence. The trusted Publish Evidence follow-up `37001721147` runs protected main at `b65c2de` and fails to resolve the stacked PR because that deployed resolver still requires a main base. The candidate fix is not active on protected main yet. Zizmor reports 79 findings; no suppressions were added.</a:t>
            </a:r>
          </a:p>
          <a:p/>
          <a:p>
            <a:r>
              <a:t>The repository-controls 403 is caused by the read-only pull-request token lacking access to administrator/App/secret metadata; separate API reads verified the active ruleset and enabled scanning, but do not make the hosted check pass. No GitHub settings or secrets changed.</a:t>
            </a:r>
          </a:p>
          <a:p/>
          <a:p>
            <a:r>
              <a:t>NEXT ACTION</a:t>
            </a:r>
          </a:p>
          <a:p>
            <a:r>
              <a:t>Keep PR #28 draft while the required dependency, trusted-control and evidence gates remain unresolved. Do not start the Issue #22 settings migration: its own contract requires accepted Issue #24 and fresh trusted-acceptance on the exact parent. After #24 is integrated by a human and the parent advances, refresh the #22/#20 plans on the exact new base. Do not merge or claim acceptance. WI-1842 and endpoint demos still lack successful hosted plan → act → evaluate flows.</a:t>
            </a:r>
          </a:p>
          <a:p/>
          <a:p>
            <a:r>
              <a:t>DOCUMENTATION LINKS</a:t>
            </a:r>
          </a:p>
          <a:p>
            <a:r>
              <a:t>https://github.com/webmaxru/ai-engineering-system/blob/main/docs/GUIDE-CONFORMANCE.md</a:t>
            </a:r>
          </a:p>
          <a:p>
            <a:r>
              <a:t>https://github.com/webmaxru/northstar-orders-api-demo/pull/18</a:t>
            </a:r>
          </a:p>
          <a:p>
            <a:r>
              <a:t>https://github.com/webmaxru/northstar-orders-api-demo/pull/27</a:t>
            </a:r>
          </a:p>
          <a:p>
            <a:r>
              <a:t>https://github.com/webmaxru/northstar-orders-api-demo/pull/28</a:t>
            </a:r>
          </a:p>
          <a:p>
            <a:r>
              <a:t>https://github.com/webmaxru/northstar-orders-api-demo/pull/25</a:t>
            </a:r>
          </a:p>
          <a:p>
            <a:r>
              <a:t>https://github.com/webmaxru/northstar-orders-api-demo/issues/20</a:t>
            </a:r>
          </a:p>
          <a:p>
            <a:r>
              <a:t>https://github.com/webmaxru/northstar-orders-api-demo/issues/22</a:t>
            </a:r>
          </a:p>
          <a:p>
            <a:r>
              <a:t>https://github.com/webmaxru/northstar-orders-api-demo/issues/24</a:t>
            </a:r>
          </a:p>
          <a:p/>
          <a:p>
            <a:r>
              <a:t>EVIDENCE BOUNDARY</a:t>
            </a:r>
          </a:p>
          <a:p>
            <a:r>
              <a:t>Neither implementation PR is accepted. No hosted `ready_for_acceptance`, successful task-bound Cloud session, or VS Code runtime evidence exists. The architecture lock remains blocked; no integration, settings mutation, secret change, or merge is claimed.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Repair candidates exist;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2ce3cf8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541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83;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AC9 unproven</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17E7; PG 12/12; REVIEW PASS;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DRAFT; CLOUD AC9 UNPROVEN.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
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rPr dirty="0"/>
              <a:t>We will compare plan-first idempotency with a plan + execution endpoint. Same plan -&gt; act -&gt; evaluate system, different timing of human validation. I will keep application behavior, local tests, hosted policy, and live agent evidence distinct.</a:t>
            </a:r>
          </a:p>
          <a:p>
            <a:endParaRPr dirty="0"/>
          </a:p>
          <a:p>
            <a:r>
              <a:rPr dirty="0"/>
              <a:t>DEMO — REPO / VS CODE</a:t>
            </a:r>
          </a:p>
          <a:p>
            <a:r>
              <a:rPr lang="en-GB" dirty="0"/>
              <a:t>In the local WI-1843 </a:t>
            </a:r>
            <a:r>
              <a:rPr lang="en-GB" dirty="0" err="1"/>
              <a:t>worktree</a:t>
            </a:r>
            <a:r>
              <a:rPr lang="en-GB" dirty="0"/>
              <a:t>, open docs/demos/README.md. Show the WI-1842 and WI-1843 runbooks, open demo issues #4 and #17, and show draft PR #19. PR #13 was a closed zero-file rehearsal; PRs #18, #27, and #28 are closed unmerged maintenance candidates, and PR #29 was a closed wrong-base/no-change attempt. Do not present closures as acceptance or claim a completed VS Code/cloud-agent demo.</a:t>
            </a:r>
            <a:endParaRPr dirty="0"/>
          </a:p>
          <a:p>
            <a:endParaRPr dirty="0"/>
          </a:p>
          <a:p>
            <a:r>
              <a:rPr dirty="0"/>
              <a:t>DOCUMENTATION LINKS</a:t>
            </a:r>
          </a:p>
          <a:p>
            <a:r>
              <a:rPr dirty="0"/>
              <a:t>https://github.com/webmaxru/ai-engineering-system</a:t>
            </a:r>
          </a:p>
          <a:p>
            <a:r>
              <a:rPr dirty="0"/>
              <a:t>https://github.com/webmaxru/northstar-orders-api-demo</a:t>
            </a:r>
          </a:p>
          <a:p>
            <a:r>
              <a:rPr dirty="0"/>
              <a:t>https://github.com/webmaxru/northstar-orders-api-demo/pull/18</a:t>
            </a:r>
          </a:p>
          <a:p>
            <a:r>
              <a:rPr dirty="0"/>
              <a:t>https://github.com/webmaxru/northstar-orders-api-demo/pull/19</a:t>
            </a:r>
          </a:p>
          <a:p>
            <a:r>
              <a:rPr dirty="0"/>
              <a:t>https://github.com/webmaxru/northstar-orders-api-demo/pull/27</a:t>
            </a:r>
          </a:p>
          <a:p>
            <a:r>
              <a:rPr dirty="0"/>
              <a:t>https://learn.microsoft.com/en-us/training/modules/design-agent-architecture-integration/4-plan-reason-execution</a:t>
            </a:r>
          </a:p>
          <a:p>
            <a:endParaRPr dirty="0"/>
          </a:p>
          <a:p>
            <a:r>
              <a:rPr dirty="0"/>
              <a:t>EVIDENCE BOUNDARY</a:t>
            </a:r>
          </a:p>
          <a:p>
            <a:r>
              <a:rPr dirty="0"/>
              <a:t>The audited main baseline remains b65c2de5c8224342c72c37eeed7ef9f965ad8a2c and the framework release remains blocked. </a:t>
            </a:r>
            <a:r>
              <a:rPr lang="en-GB" dirty="0"/>
              <a:t>PR 18 was closed unmerged; hosted acceptance tests had passed, but evidence and repository-controls failed.</a:t>
            </a:r>
            <a:r>
              <a:rPr dirty="0"/>
              <a:t> </a:t>
            </a:r>
            <a:r>
              <a:rPr lang="en-GB" dirty="0"/>
              <a:t>PR 27 was closed unmerged by owner scope direction: 500 unit and 10 PostgreSQL acceptance tests and the local scope/merge checks had passed, but full </a:t>
            </a:r>
            <a:r>
              <a:rPr lang="en-GB" dirty="0" err="1"/>
              <a:t>Zizmor</a:t>
            </a:r>
            <a:r>
              <a:rPr lang="en-GB" dirty="0"/>
              <a:t> reported 84 findings and hosted evidence/repository-controls failed.</a:t>
            </a:r>
            <a:r>
              <a:rPr dirty="0"/>
              <a:t> </a:t>
            </a:r>
            <a:r>
              <a:rPr lang="en-GB" dirty="0"/>
              <a:t>PR 19 at cf762216 is aligned to base 17e7a5c; its exact-head review and human-review pass, and PostgreSQL acceptance is 12/12. Full </a:t>
            </a:r>
            <a:r>
              <a:rPr lang="en-GB" dirty="0" err="1"/>
              <a:t>Zizmor</a:t>
            </a:r>
            <a:r>
              <a:rPr lang="en-GB" dirty="0"/>
              <a:t> reports 86 findings and repository-controls fails. PR 28 was closed unmerged despite its exact-head approval and passing human-review/evidence; repository-controls failed, so trusted acceptance was not established.</a:t>
            </a:r>
            <a:r>
              <a:rPr dirty="0"/>
              <a:t> PR 29 used main and produced zero changes. No live VS Code or successful cloud agent run is recorded; do not claim hosted </a:t>
            </a:r>
            <a:r>
              <a:rPr dirty="0" err="1"/>
              <a:t>ready_for_acceptance</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endParaRPr/>
          </a:p>
          <a:p>
            <a:r>
              <a:t>DEMO — REPO / VS CODE</a:t>
            </a:r>
          </a:p>
          <a:p>
            <a:r>
              <a:t>No scheduled demo. If asked, return to the negative evidence test rather than inventing a productivity percentage.</a:t>
            </a:r>
          </a:p>
          <a:p>
            <a:endParaRPr/>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lang="en-GB" dirty="0"/>
              <a:t>Here is the distinction I want to make visible: a repaired implementation can pass application tests without becoming an accepted release. PR 18 is closed unmerged: hosted acceptance tests passed, but evidence and repository-controls failed. PR 27 is also closed unmerged. Its local validation passed 500 unit and 10 PostgreSQL acceptance tests, scope/merge passed, but full </a:t>
            </a:r>
            <a:r>
              <a:rPr lang="en-GB" dirty="0" err="1"/>
              <a:t>validate:all</a:t>
            </a:r>
            <a:r>
              <a:rPr lang="en-GB" dirty="0"/>
              <a:t> reported 84 </a:t>
            </a:r>
            <a:r>
              <a:rPr lang="en-GB" dirty="0" err="1"/>
              <a:t>Zizmor</a:t>
            </a:r>
            <a:r>
              <a:rPr lang="en-GB" dirty="0"/>
              <a:t> findings and hosted evidence/repository-controls failed. Neither closure converted these results into acceptance. I will not merge those facts into one green status.</a:t>
            </a:r>
            <a:endParaRPr dirty="0"/>
          </a:p>
          <a:p>
            <a:endParaRPr dirty="0"/>
          </a:p>
          <a:p>
            <a:r>
              <a:rPr dirty="0"/>
              <a:t>DEMO — REPO / VS CODE</a:t>
            </a:r>
          </a:p>
          <a:p>
            <a:r>
              <a:rPr lang="en-GB" dirty="0"/>
              <a:t>Show the closed PR 18 and PR 27 pages only as historical examples. Their local tests did not clear the failed hosted evidence and repository-controls gates; PR 27's two read-only CLI canaries proved identity binding only. Keep scanner findings visible: Poutine reports zero findings, while </a:t>
            </a:r>
            <a:r>
              <a:rPr lang="en-GB" dirty="0" err="1"/>
              <a:t>Zizmor</a:t>
            </a:r>
            <a:r>
              <a:rPr lang="en-GB" dirty="0"/>
              <a:t> reported 84 on PR 27. The displayed code is the historical missing-artifact check from the audited baseline; it ends after the closing brace, before the report object. Do not present either closure as acceptance.</a:t>
            </a:r>
            <a:endParaRPr dirty="0"/>
          </a:p>
          <a:p>
            <a:endParaRPr dirty="0"/>
          </a:p>
          <a:p>
            <a:r>
              <a:rPr dirty="0"/>
              <a:t>DOCUMENTATION LINKS</a:t>
            </a:r>
          </a:p>
          <a:p>
            <a:r>
              <a:rPr dirty="0"/>
              <a:t>https://github.com/webmaxru/northstar-orders-api-demo/pull/18</a:t>
            </a:r>
          </a:p>
          <a:p>
            <a:r>
              <a:rPr dirty="0"/>
              <a:t>https://github.com/webmaxru/northstar-orders-api-demo/pull/27</a:t>
            </a:r>
          </a:p>
          <a:p>
            <a:r>
              <a:rPr dirty="0"/>
              <a:t>https://github.com/webmaxru/northstar-orders-api-demo/issues/14</a:t>
            </a:r>
          </a:p>
          <a:p>
            <a:r>
              <a:rPr dirty="0"/>
              <a:t>https://github.com/webmaxru/ai-engineering-system/blob/main/docs/GUIDE-CONFORMANCE.md</a:t>
            </a:r>
          </a:p>
          <a:p>
            <a:r>
              <a:rPr dirty="0"/>
              <a:t>https://github.com/webmaxru/northstar-orders-api-demo</a:t>
            </a:r>
          </a:p>
          <a:p>
            <a:endParaRPr dirty="0"/>
          </a:p>
          <a:p>
            <a:r>
              <a:rPr dirty="0"/>
              <a:t>EVIDENCE BOUNDARY</a:t>
            </a:r>
          </a:p>
          <a:p>
            <a:r>
              <a:rPr lang="en-GB" dirty="0"/>
              <a:t>PR 18 was closed unmerged; its head 17e7a5c passed hosted acceptance tests but failed evidence and repository-controls. Closed PR 27 head fc59deef passed 500 unit tests, 10 PostgreSQL acceptance tests, scope and merge checks locally, but its full validation reported 84 </a:t>
            </a:r>
            <a:r>
              <a:rPr lang="en-GB" dirty="0" err="1"/>
              <a:t>Zizmor</a:t>
            </a:r>
            <a:r>
              <a:rPr lang="en-GB" dirty="0"/>
              <a:t> findings. Two read-only CLI identity canaries proved only task/contract/plan/base/session/owner binding. No live VS Code or successful cloud run is recorded; PR 29 used the wrong base and produced zero changes. No hosted </a:t>
            </a:r>
            <a:r>
              <a:rPr lang="en-GB" dirty="0" err="1"/>
              <a:t>ready_for_acceptance</a:t>
            </a:r>
            <a:r>
              <a:rPr lang="en-GB" dirty="0"/>
              <a:t> is recorded.</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endParaRPr/>
          </a:p>
          <a:p>
            <a:r>
              <a:t>DEMO — REPO / VS CODE</a:t>
            </a:r>
          </a:p>
          <a:p>
            <a:r>
              <a:t>If needed, compare the task contract with the service instruction file. Identify one relevant invariant and one unrelated file you intentionally do not load. There is no need for another live agent run.</a:t>
            </a:r>
          </a:p>
          <a:p>
            <a:endParaRPr/>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Now the second story: GET /orders/:id. The read is bounded and uses the existing order data/storage boundary. The issue and machine plan now bind to parent 17e7a5c; the endpoint branch has been rebased to that exact parent. Local validate passes 470 unit tests and 79 governance checks; PostgreSQL acceptance passes 12/12 across processes and writer restart; scope and merge checks pass. The full </a:t>
            </a:r>
            <a:r>
              <a:rPr dirty="0" err="1"/>
              <a:t>validate:all</a:t>
            </a:r>
            <a:r>
              <a:rPr dirty="0"/>
              <a:t> run still exits 1 at </a:t>
            </a:r>
            <a:r>
              <a:rPr dirty="0" err="1"/>
              <a:t>Zizmor</a:t>
            </a:r>
            <a:r>
              <a:rPr dirty="0"/>
              <a:t> with 86 findings (65 errors, 21 notes), while Poutine reports zero findings. That is real local application evidence, not an accepted cloud delivery.</a:t>
            </a:r>
          </a:p>
          <a:p>
            <a:r>
              <a:rPr dirty="0"/>
              <a:t>The refreshed PR 19 checks pass plan-contract, scope, acceptance, quality, dependency review, secret scan, merge-validation, and </a:t>
            </a:r>
            <a:r>
              <a:rPr dirty="0" err="1"/>
              <a:t>CodeQL</a:t>
            </a:r>
            <a:r>
              <a:rPr dirty="0"/>
              <a:t>. </a:t>
            </a:r>
            <a:r>
              <a:rPr lang="en-GB" dirty="0" err="1"/>
              <a:t>Vibeprogrammer</a:t>
            </a:r>
            <a:r>
              <a:rPr lang="en-GB" dirty="0"/>
              <a:t> approved PR 19's exact head and hosted human-review passes; repository-controls still fails.</a:t>
            </a:r>
            <a:r>
              <a:rPr dirty="0"/>
              <a:t> </a:t>
            </a:r>
            <a:r>
              <a:rPr lang="en-GB" dirty="0"/>
              <a:t>PR #19 remains a draft demo candidate and is unaccepted; its parent PR #18 was closed unmerged as maintenance scope, so no accepted controller repair underpins it.</a:t>
            </a:r>
            <a:endParaRPr dirty="0"/>
          </a:p>
          <a:p>
            <a:endParaRPr dirty="0"/>
          </a:p>
          <a:p>
            <a:r>
              <a:rPr dirty="0"/>
              <a:t>DEMO — REPO / VS CODE</a:t>
            </a:r>
          </a:p>
          <a:p>
            <a:r>
              <a:rPr dirty="0"/>
              <a:t>Follow docs/demos/plan-execute-order-lookup.md. Open src/</a:t>
            </a:r>
            <a:r>
              <a:rPr dirty="0" err="1"/>
              <a:t>app.ts</a:t>
            </a:r>
            <a:r>
              <a:rPr dirty="0"/>
              <a:t>, both </a:t>
            </a:r>
            <a:r>
              <a:rPr dirty="0" err="1"/>
              <a:t>getOrder</a:t>
            </a:r>
            <a:r>
              <a:rPr dirty="0"/>
              <a:t> implementations, and the focused tests. Show the parameterized SELECT and unchanged POST behavior. The endpoint's 17.11 PostgreSQL service was disposable and has been stopped after the 12/12 run. </a:t>
            </a:r>
            <a:r>
              <a:rPr lang="en-GB" dirty="0"/>
              <a:t>Keep this segment as a local code and test walkthrough; it is not proof of hosted delivery. Do not present a cloud run as ready until a replacement controller repair is accepted and the GitHub.com task UI binds the exact base.</a:t>
            </a:r>
            <a:r>
              <a:rPr dirty="0"/>
              <a:t> Use the GitHub.com UI only for cloud tasks; do not initiate them from the Copilot app or CLI.</a:t>
            </a:r>
          </a:p>
          <a:p>
            <a:endParaRPr dirty="0"/>
          </a:p>
          <a:p>
            <a:r>
              <a:rPr dirty="0"/>
              <a:t>DOCUMENTATION LINKS</a:t>
            </a:r>
          </a:p>
          <a:p>
            <a:r>
              <a:rPr dirty="0"/>
              <a:t>https://github.com/webmaxru/northstar-orders-api-demo/issues/17</a:t>
            </a:r>
          </a:p>
          <a:p>
            <a:r>
              <a:rPr dirty="0"/>
              <a:t>https://github.com/webmaxru/northstar-orders-api-demo/pull/19</a:t>
            </a:r>
          </a:p>
          <a:p>
            <a:r>
              <a:rPr dirty="0"/>
              <a:t>https://learn.microsoft.com/en-us/training/modules/design-agent-architecture-integration/4-plan-reason-execution</a:t>
            </a:r>
          </a:p>
          <a:p>
            <a:r>
              <a:rPr dirty="0"/>
              <a:t>https://code.visualstudio.com/docs/copilot/chat/chat-agent-mode</a:t>
            </a:r>
          </a:p>
          <a:p>
            <a:endParaRPr dirty="0"/>
          </a:p>
          <a:p>
            <a:r>
              <a:rPr dirty="0"/>
              <a:t>EVIDENCE BOUNDARY</a:t>
            </a:r>
          </a:p>
          <a:p>
            <a:r>
              <a:rPr dirty="0"/>
              <a:t>PostgreSQL acceptance passed 12/12 on the source tree committed to PR 19 head cf762216. The local run used an isolated PostgreSQL 17.11 container on 127.0.0.1:55433; that container is stopped. Local validate passed 470 unit tests and 79 governance checks; scope and merge checks pass. Full </a:t>
            </a:r>
            <a:r>
              <a:rPr dirty="0" err="1"/>
              <a:t>validate:all</a:t>
            </a:r>
            <a:r>
              <a:rPr dirty="0"/>
              <a:t> exits 1 on 86 </a:t>
            </a:r>
            <a:r>
              <a:rPr dirty="0" err="1"/>
              <a:t>Zizmor</a:t>
            </a:r>
            <a:r>
              <a:rPr dirty="0"/>
              <a:t> findings. On the latest hosted run, plan-contract, scope, acceptance, quality, dependency review, secret scan, </a:t>
            </a:r>
            <a:r>
              <a:rPr dirty="0" err="1"/>
              <a:t>CodeQL</a:t>
            </a:r>
            <a:r>
              <a:rPr dirty="0"/>
              <a:t> and evidence pass; </a:t>
            </a:r>
            <a:r>
              <a:rPr lang="en-GB" dirty="0"/>
              <a:t>repository-controls fails; exact-head review and human-review pass, but hosted acceptance is not established.</a:t>
            </a:r>
            <a:r>
              <a:rPr dirty="0"/>
              <a:t> No VS Code/cloud delivery or hosted acceptance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Instructions express intent; capabilities determine what can actually happen. A prompt may say "do not deploy," but the effective boundary comes from the available tools, identity, permissions, environment and pre-action policy.</a:t>
            </a:r>
          </a:p>
          <a:p>
            <a:r>
              <a:rPr dirty="0"/>
              <a:t>Northstar illustrates this through role-specific agent tools, </a:t>
            </a:r>
            <a:r>
              <a:rPr dirty="0" err="1"/>
              <a:t>PreToolUse</a:t>
            </a:r>
            <a:r>
              <a:rPr dirty="0"/>
              <a:t> authorization, issue/plan identity and GitHub checks. The repository files describe those controls; a real host canary and live GitHub policy are still needed to prove enforcement.</a:t>
            </a:r>
          </a:p>
          <a:p>
            <a:r>
              <a:rPr lang="en-GB" dirty="0"/>
              <a:t>The audited baseline had a mismatch between its medium-risk combined-mode claim and unconditional plan approval. PR 18 proposed versioned plans and risk-aware selection, but the owner closed it unmerged as maintenance scope. It remains an unaccepted historical proposal and never passed a live browser or host canary.</a:t>
            </a:r>
            <a:r>
              <a:rPr dirty="0"/>
              <a:t> Do not present that repair as an established runtime boundary.</a:t>
            </a:r>
          </a:p>
          <a:p>
            <a:endParaRPr dirty="0"/>
          </a:p>
          <a:p>
            <a:r>
              <a:rPr dirty="0"/>
              <a:t>DEMO — REPO / VS CODE</a:t>
            </a:r>
          </a:p>
          <a:p>
            <a:r>
              <a:rPr dirty="0"/>
              <a:t>Show AGENTS.md, the planner and implementer tool declarations, .</a:t>
            </a:r>
            <a:r>
              <a:rPr dirty="0" err="1"/>
              <a:t>github</a:t>
            </a:r>
            <a:r>
              <a:rPr dirty="0"/>
              <a:t>/hooks/agent-</a:t>
            </a:r>
            <a:r>
              <a:rPr dirty="0" err="1"/>
              <a:t>boundary.json</a:t>
            </a:r>
            <a:r>
              <a:rPr dirty="0"/>
              <a:t>, and scripts/authorize-</a:t>
            </a:r>
            <a:r>
              <a:rPr dirty="0" err="1"/>
              <a:t>tool.mjs</a:t>
            </a:r>
            <a:r>
              <a:rPr dirty="0"/>
              <a:t> at the audited baseline. Contrast instruction text with executable authorization. </a:t>
            </a:r>
            <a:r>
              <a:rPr lang="en-GB" dirty="0"/>
              <a:t>If useful, show closed PR 18 only as an unaccepted historical repair, not proof that every VS Code or cloud hook </a:t>
            </a:r>
            <a:r>
              <a:rPr lang="en-GB" dirty="0" err="1"/>
              <a:t>honors</a:t>
            </a:r>
            <a:r>
              <a:rPr lang="en-GB" dirty="0"/>
              <a:t> the same decision.</a:t>
            </a:r>
            <a:endParaRPr dirty="0"/>
          </a:p>
          <a:p>
            <a:endParaRPr dirty="0"/>
          </a:p>
          <a:p>
            <a:r>
              <a:rPr dirty="0"/>
              <a:t>DOCUMENTATION LINKS</a:t>
            </a:r>
          </a:p>
          <a:p>
            <a:r>
              <a:rPr dirty="0"/>
              <a:t>https://github.com/webmaxru/northstar-orders-api-demo/blob/b65c2de5c8224342c72c37eeed7ef9f965ad8a2c/AGENTS.md</a:t>
            </a:r>
          </a:p>
          <a:p>
            <a:r>
              <a:rPr dirty="0"/>
              <a:t>https://github.com/webmaxru/northstar-orders-api-demo/blob/b65c2de5c8224342c72c37eeed7ef9f965ad8a2c/scripts/authorize-tool.mjs</a:t>
            </a:r>
          </a:p>
          <a:p>
            <a:r>
              <a:rPr dirty="0"/>
              <a:t>https://github.com/webmaxru/northstar-orders-api-demo/pull/18</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The contributor model is a very practical simplification. I can ask the same questions about a human-authored or agent-authored PR: what is the intent, is the scope appropriate, what evidence exists, who owns the risk, and how do we recover?</a:t>
            </a:r>
          </a:p>
          <a:p>
            <a:r>
              <a:rPr dirty="0"/>
              <a:t>The author changes; the acceptance boundary does not disappear. A nice agent summary is useful for navigation, but it cannot replace the diff or the current checks.</a:t>
            </a:r>
          </a:p>
          <a:p>
            <a:r>
              <a:rPr dirty="0"/>
              <a:t>That is why both of our examples finish at the same place: a reviewable proposal and an independent decision, not an automatic declaration that the code is done.</a:t>
            </a:r>
          </a:p>
          <a:p>
            <a:endParaRPr dirty="0"/>
          </a:p>
          <a:p>
            <a:r>
              <a:rPr dirty="0"/>
              <a:t>DEMO — REPO / VS CODE</a:t>
            </a:r>
          </a:p>
          <a:p>
            <a:r>
              <a:rPr lang="en-GB" dirty="0"/>
              <a:t>Show the PR template and a real review event on now-closed repair plan PR 15. Explain exactly what that event approved: the plan at its specific commit, not the later implementation or a different demo task. PR 15 and its maintenance task were closed unmerged; do not present that review as acceptance. Do not merge a PR during this explanatory segment.</a:t>
            </a:r>
            <a:endParaRPr dirty="0"/>
          </a:p>
          <a:p>
            <a:endParaRPr dirty="0"/>
          </a:p>
          <a:p>
            <a:r>
              <a:rPr dirty="0"/>
              <a:t>DOCUMENTATION LINKS</a:t>
            </a:r>
          </a:p>
          <a:p>
            <a:r>
              <a:rPr dirty="0"/>
              <a:t>https://github.com/webmaxru/northstar-orders-api-demo/pull/15</a:t>
            </a:r>
          </a:p>
          <a:p>
            <a:r>
              <a:rPr dirty="0"/>
              <a:t>https://learn.microsoft.com/en-us/training/modules/design-agent-architecture-integration/5-pull-request-governance-controls</a:t>
            </a:r>
          </a:p>
          <a:p>
            <a:r>
              <a:rPr dirty="0"/>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Probabilistic generation needs objective evaluation around it. For these examples, that means build/type checks, behavior tests, scope checks, security signals and independent human review. Each has a different job.</a:t>
            </a:r>
          </a:p>
          <a:p>
            <a:r>
              <a:rPr dirty="0"/>
              <a:t>The endpoint candidate is locally stronger now: 470 unit tests, 12 PostgreSQL acceptance tests, and scope/merge checks pass on the refreshed base. Its full </a:t>
            </a:r>
            <a:r>
              <a:rPr dirty="0" err="1"/>
              <a:t>validate:all</a:t>
            </a:r>
            <a:r>
              <a:rPr dirty="0"/>
              <a:t> still fails on 86 </a:t>
            </a:r>
            <a:r>
              <a:rPr dirty="0" err="1"/>
              <a:t>Zizmor</a:t>
            </a:r>
            <a:r>
              <a:rPr dirty="0"/>
              <a:t> findings (65 errors, 21 notes); Poutine reports zero findings. </a:t>
            </a:r>
            <a:r>
              <a:rPr lang="en-GB" dirty="0"/>
              <a:t>The now-closed issue #16 maintenance candidate had a historical local bundle of 500 unit and 10 PostgreSQL acceptance tests; full validation reported 84 </a:t>
            </a:r>
            <a:r>
              <a:rPr lang="en-GB" dirty="0" err="1"/>
              <a:t>Zizmor</a:t>
            </a:r>
            <a:r>
              <a:rPr lang="en-GB" dirty="0"/>
              <a:t> findings. Those local results do not imply hosted acceptance, and issue #16 is not an active task.</a:t>
            </a:r>
            <a:endParaRPr dirty="0"/>
          </a:p>
          <a:p>
            <a:r>
              <a:rPr dirty="0"/>
              <a:t>The refreshed PR 19 plan-contract, scope, acceptance, quality, dependency, secret-scan, merge and </a:t>
            </a:r>
            <a:r>
              <a:rPr dirty="0" err="1"/>
              <a:t>CodeQL</a:t>
            </a:r>
            <a:r>
              <a:rPr dirty="0"/>
              <a:t> checks pass. </a:t>
            </a:r>
            <a:r>
              <a:rPr lang="en-GB" dirty="0" err="1"/>
              <a:t>Vibeprogrammer</a:t>
            </a:r>
            <a:r>
              <a:rPr lang="en-GB" dirty="0"/>
              <a:t> approved PR 19's exact head and hosted human-review passes; repository-controls still fails.</a:t>
            </a:r>
            <a:r>
              <a:rPr dirty="0"/>
              <a:t> Missing hosted evidence is not a pass.</a:t>
            </a:r>
          </a:p>
          <a:p>
            <a:endParaRPr dirty="0"/>
          </a:p>
          <a:p>
            <a:r>
              <a:rPr dirty="0"/>
              <a:t>DEMO — REPO / VS CODE</a:t>
            </a:r>
          </a:p>
          <a:p>
            <a:r>
              <a:rPr lang="en-GB" dirty="0"/>
              <a:t>Show current demo PR 19 and archived maintenance PR 27 results. Identify the exact head/base before comparing counts. Open the PostgreSQL acceptance result and </a:t>
            </a:r>
            <a:r>
              <a:rPr lang="en-GB" dirty="0" err="1"/>
              <a:t>Zizmor</a:t>
            </a:r>
            <a:r>
              <a:rPr lang="en-GB" dirty="0"/>
              <a:t> report. PR 27 is closed and unaccepted; use its checks only as historical evidence. Do not suppress findings or present a green subset as overall acceptance.</a:t>
            </a:r>
            <a:endParaRPr dirty="0"/>
          </a:p>
          <a:p>
            <a:endParaRPr dirty="0"/>
          </a:p>
          <a:p>
            <a:r>
              <a:rPr dirty="0"/>
              <a:t>DOCUMENTATION LINKS</a:t>
            </a:r>
          </a:p>
          <a:p>
            <a:r>
              <a:rPr dirty="0"/>
              <a:t>https://github.com/webmaxru/northstar-orders-api-demo/issues/14</a:t>
            </a:r>
          </a:p>
          <a:p>
            <a:r>
              <a:rPr dirty="0"/>
              <a:t>https://github.com/webmaxru/northstar-orders-api-demo/issues/16</a:t>
            </a:r>
          </a:p>
          <a:p>
            <a:r>
              <a:rPr dirty="0"/>
              <a:t>https://github.com/webmaxru/northstar-orders-api-demo/issues/17</a:t>
            </a:r>
          </a:p>
          <a:p>
            <a:r>
              <a:rPr dirty="0"/>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Evidence needs an address and an identity. Which task, which plan, which commit, which run and which attempt produced this result? If I cannot answer those questions, I cannot safely combine the files into a release decision.</a:t>
            </a:r>
          </a:p>
          <a:p>
            <a:r>
              <a:rPr dirty="0"/>
              <a:t>The snippets here are excerpts from the reference, not a complete workflow to paste into any repository. Their job is to show the durable handoff: a PR carries the decision context, and a workflow uploads inspectable output.</a:t>
            </a:r>
          </a:p>
          <a:p>
            <a:r>
              <a:rPr dirty="0"/>
              <a:t>The filename </a:t>
            </a:r>
            <a:r>
              <a:rPr dirty="0" err="1"/>
              <a:t>report.json</a:t>
            </a:r>
            <a:r>
              <a:rPr dirty="0"/>
              <a:t> is not globally unique. It is only safe inside the correct isolated workspace and source-run context. Copying a file from another task does not make it evidence for this one.</a:t>
            </a:r>
          </a:p>
          <a:p>
            <a:endParaRPr dirty="0"/>
          </a:p>
          <a:p>
            <a:r>
              <a:rPr dirty="0"/>
              <a:t>DEMO — REPO / VS CODE</a:t>
            </a:r>
          </a:p>
          <a:p>
            <a:r>
              <a:rPr dirty="0"/>
              <a:t>Open the PR template, the upload step in governed-</a:t>
            </a:r>
            <a:r>
              <a:rPr dirty="0" err="1"/>
              <a:t>change.yml</a:t>
            </a:r>
            <a:r>
              <a:rPr dirty="0"/>
              <a:t>, and an execution report. Point to task/plan/base/head/run/attempt binding and the rejection of missing or mixed evidence. Explain that current major action tags are under scanner review; a source excerpt is not approval of every external repository setting.</a:t>
            </a:r>
          </a:p>
          <a:p>
            <a:endParaRPr dirty="0"/>
          </a:p>
          <a:p>
            <a:r>
              <a:rPr dirty="0"/>
              <a:t>DOCUMENTATION LINKS</a:t>
            </a:r>
          </a:p>
          <a:p>
            <a:r>
              <a:rPr dirty="0"/>
              <a:t>https://github.com/webmaxru/northstar-orders-api-demo/blob/b65c2de5c8224342c72c37eeed7ef9f965ad8a2c/.github/pull_request_template.md</a:t>
            </a:r>
          </a:p>
          <a:p>
            <a:r>
              <a:rPr dirty="0"/>
              <a:t>https://docs.github.com/en/actions/using-workflows/storing-workflow-data-as-artifacts</a:t>
            </a:r>
          </a:p>
          <a:p>
            <a:r>
              <a:rPr dirty="0"/>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There is a subtle point behind parallel agents. Two tasks on one machine are not automatically a problem; two writers sharing one checkout, Git index and mutable artifact directory are.</a:t>
            </a:r>
          </a:p>
          <a:p>
            <a:r>
              <a:rPr lang="en-GB" dirty="0"/>
              <a:t>Closed maintenance PR 27 proposed isolated task </a:t>
            </a:r>
            <a:r>
              <a:rPr lang="en-GB" dirty="0" err="1"/>
              <a:t>worktrees</a:t>
            </a:r>
            <a:r>
              <a:rPr lang="en-GB" dirty="0"/>
              <a:t> and PostgreSQL schemas, but it was never accepted. Two read-only CLI canaries matched task/contract/plan/base/session/owner identity; they did not prove write authorization, recovery, or cloud isolation. Issue #16 is no longer active.</a:t>
            </a:r>
            <a:r>
              <a:rPr dirty="0"/>
              <a:t> </a:t>
            </a:r>
            <a:r>
              <a:rPr lang="en-GB" dirty="0"/>
              <a:t>These are historical checks only: PR 27 was closed unmerged with full validation and hosted gates still failing; PR 29 was closed after a wrong-base/no-change attempt. No cloud isolation or acceptance is established.</a:t>
            </a:r>
            <a:endParaRPr dirty="0"/>
          </a:p>
          <a:p>
            <a:endParaRPr dirty="0"/>
          </a:p>
          <a:p>
            <a:r>
              <a:rPr dirty="0"/>
              <a:t>DEMO — REPO / VS CODE</a:t>
            </a:r>
          </a:p>
          <a:p>
            <a:r>
              <a:rPr lang="en-GB" dirty="0"/>
              <a:t>Show the separate </a:t>
            </a:r>
            <a:r>
              <a:rPr lang="en-GB" dirty="0" err="1"/>
              <a:t>worktree</a:t>
            </a:r>
            <a:r>
              <a:rPr lang="en-GB" dirty="0"/>
              <a:t> paths and closed PR 27 only as historical evidence. Explain what the CLI canaries did and did not prove. Do not run destructive shared-checkout tests. VS Code Local-mode demos remain serial. Issue #16 is closed; do not start another task under it. Any future owner-authorized cloud task must use GitHub.com and an explicitly approved base for its live task.</a:t>
            </a:r>
            <a:endParaRPr dirty="0"/>
          </a:p>
          <a:p>
            <a:endParaRPr dirty="0"/>
          </a:p>
          <a:p>
            <a:r>
              <a:rPr dirty="0"/>
              <a:t>DOCUMENTATION LINKS</a:t>
            </a:r>
          </a:p>
          <a:p>
            <a:r>
              <a:rPr dirty="0"/>
              <a:t>https://github.com/webmaxru/northstar-orders-api-demo/issues/16</a:t>
            </a:r>
          </a:p>
          <a:p>
            <a:r>
              <a:rPr dirty="0"/>
              <a:t>https://github.com/webmaxru/northstar-orders-api-demo/pull/27</a:t>
            </a:r>
          </a:p>
          <a:p>
            <a:r>
              <a:rPr dirty="0"/>
              <a:t>https://github.com/webmaxru/northstar-orders-api-demo/pull/29</a:t>
            </a:r>
          </a:p>
          <a:p>
            <a:r>
              <a:rPr dirty="0"/>
              <a:t>https://learn.microsoft.com/en-us/training/modules/multi-agent-systems-orchestration/4-execution-isolation-permissions-concurrency</a:t>
            </a:r>
          </a:p>
          <a:p>
            <a:r>
              <a:rPr dirty="0"/>
              <a:t>https://git-scm.com/docs/git-worktree</a:t>
            </a:r>
          </a:p>
          <a:p>
            <a:endParaRPr dirty="0"/>
          </a:p>
          <a:p>
            <a:r>
              <a:rPr dirty="0"/>
              <a:t>EVIDENCE BOUNDARY</a:t>
            </a:r>
          </a:p>
          <a:p>
            <a:r>
              <a:rPr dirty="0"/>
              <a:t>Synthetic concurrency tests and two local CLI identity canaries are not live cloud acceptance. PR 27's AC9 cloud criterion remains unproven; PR 29 is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endParaRPr/>
          </a:p>
          <a:p>
            <a:r>
              <a:t>DEMO — REPO / VS CODE</a:t>
            </a:r>
          </a:p>
          <a:p>
            <a:r>
              <a:t>No scheduled demo. If asked, distinguish application replay/conflict metrics from agent-session activity and from accepted changes. Do not invent productivity numbers.</a:t>
            </a:r>
          </a:p>
          <a:p>
            <a:endParaRPr/>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 — OPTIONAL, HIDDEN</a:t>
            </a:r>
          </a:p>
          <a:p>
            <a:r>
              <a:rPr dirty="0"/>
              <a:t>When the same kind of miss keeps returning, I want to improve the system that allowed it: the task contract, context selection, tools, checks or recovery path. A new prompt may be part of that, but it is not the automatic answer to every problem.</a:t>
            </a:r>
          </a:p>
          <a:p>
            <a:r>
              <a:rPr dirty="0"/>
              <a:t>This slide repeats the practical lesson from the real missing-artifact defect, so it is kept for discussion rather than interrupting the two-demo story.</a:t>
            </a:r>
          </a:p>
          <a:p>
            <a:endParaRPr dirty="0"/>
          </a:p>
          <a:p>
            <a:r>
              <a:rPr dirty="0"/>
              <a:t>DEMO — REPO / VS CODE</a:t>
            </a:r>
          </a:p>
          <a:p>
            <a:r>
              <a:rPr lang="en-GB" dirty="0"/>
              <a:t>If needed, review closed issue #14/PR #18 and the specific regression test as historical maintenance evidence. Trace one failure to the changed control instead of browsing the entire audit; no active maintenance task remains.</a:t>
            </a:r>
            <a:endParaRPr dirty="0"/>
          </a:p>
          <a:p>
            <a:endParaRPr dirty="0"/>
          </a:p>
          <a:p>
            <a:r>
              <a:rPr dirty="0"/>
              <a:t>DOCUMENTATION LINKS</a:t>
            </a:r>
          </a:p>
          <a:p>
            <a:r>
              <a:rPr dirty="0"/>
              <a:t>https://github.com/webmaxru/northstar-orders-api-demo/issues/14</a:t>
            </a:r>
          </a:p>
          <a:p>
            <a:r>
              <a:rPr dirty="0"/>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endParaRPr/>
          </a:p>
          <a:p>
            <a:r>
              <a:t>DEMO — REPO / VS CODE</a:t>
            </a:r>
          </a:p>
          <a:p>
            <a:r>
              <a:t>No additional live run. Use the current plan, permission scope and acceptance checklist if someone asks where to begin adopting the patterns.</a:t>
            </a:r>
          </a:p>
          <a:p>
            <a:endParaRPr/>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HIDDEN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endParaRPr/>
          </a:p>
          <a:p>
            <a:r>
              <a:t>DEMO — REPO / VS CODE</a:t>
            </a:r>
          </a:p>
          <a:p>
            <a:r>
              <a:t>No scheduled demo. Use only if the audience asks how to evaluate a platform, and distinguish documented product capability from this repository's verified setup.</a:t>
            </a:r>
          </a:p>
          <a:p>
            <a:endParaRPr/>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rPr dirty="0"/>
              <a:t>TALK TRACK</a:t>
            </a:r>
          </a:p>
          <a:p>
            <a:r>
              <a:rPr dirty="0"/>
              <a:t>Thank you. I hope the useful takeaway is that we can make agentic development inspectable. We can name the task, see the boundaries, challenge the plan or code at the right time, and ask what the evidence actually proves. The database acceptance results are real; a completed governed-agent demonstration is not established.</a:t>
            </a:r>
          </a:p>
          <a:p>
            <a:endParaRPr dirty="0"/>
          </a:p>
          <a:p>
            <a:r>
              <a:rPr dirty="0"/>
              <a:t>DEMO — REPO / VS CODE</a:t>
            </a:r>
          </a:p>
          <a:p>
            <a:r>
              <a:rPr lang="en-GB" dirty="0"/>
              <a:t>Show open demo issues #4 and #17 and draft PR #19. Show closed maintenance PRs #13, #15, #18, #21, #23, #25, #26, #27, #28 and #29 only as historical records. Say plainly: those closures were scope cancellations, not accepted implementations. PR #19 at cf762216 is aligned to base 17e7a5c; exact-head review, human-review and PostgreSQL 12/12 pass, but full validation reports 86 </a:t>
            </a:r>
            <a:r>
              <a:rPr lang="en-GB" dirty="0" err="1"/>
              <a:t>Zizmor</a:t>
            </a:r>
            <a:r>
              <a:rPr lang="en-GB" dirty="0"/>
              <a:t> findings and repository-controls fails. No live VS Code or successful cloud-agent run is recorded. Do not show a green status as acceptance.</a:t>
            </a:r>
            <a:r>
              <a:rPr dirty="0"/>
              <a:t> </a:t>
            </a:r>
            <a:r>
              <a:rPr lang="en-GB" dirty="0"/>
              <a:t>Historical note: PR #19's current status and the closure of maintenance PRs are summarized above. Earlier PR #27/#28 checks did not establish hosted acceptance. No maintenance candidate is accepted, and no successful VS Code/cloud-agent run is recorded.</a:t>
            </a:r>
            <a:endParaRPr dirty="0"/>
          </a:p>
          <a:p>
            <a:endParaRPr dirty="0"/>
          </a:p>
          <a:p>
            <a:r>
              <a:rPr dirty="0"/>
              <a:t>NEXT ACTION</a:t>
            </a:r>
          </a:p>
          <a:p>
            <a:r>
              <a:rPr lang="en-GB" dirty="0"/>
              <a:t>PR #19's exact-head review and hosted human-review pass, but repository-controls still blocks acceptance. PR #28's exact-head review was approved, but its PR was closed unmerged under maintenance scope and its controls check failed.</a:t>
            </a:r>
            <a:r>
              <a:rPr dirty="0"/>
              <a:t> </a:t>
            </a:r>
            <a:r>
              <a:rPr lang="en-GB" dirty="0"/>
              <a:t>The system-maintenance issue #16 is closed; do not start another #16 task. WI-1842 remains a demo task, but its prior plan-only PR #13 was closed after the planner stopped on a missing cached task contract, so no plan was produced. No successful cloud run is recorded. Any future demo cloud run must use GitHub.com (not the Copilot app or CLI), a live demo issue, the read-only plan agent, and the exact base authorized for that task; stop if live task authority or base binding is unavailable. PR #29 was the wrong-base/no-change attempt. No repository settings or rulesets changed.</a:t>
            </a:r>
            <a:endParaRPr dirty="0"/>
          </a:p>
          <a:p>
            <a:endParaRPr dirty="0"/>
          </a:p>
          <a:p>
            <a:r>
              <a:rPr dirty="0"/>
              <a:t>DOCUMENTATION LINKS</a:t>
            </a:r>
          </a:p>
          <a:p>
            <a:r>
              <a:rPr dirty="0"/>
              <a:t>https://github.com/webmaxru/ai-engineering-system</a:t>
            </a:r>
          </a:p>
          <a:p>
            <a:r>
              <a:rPr dirty="0"/>
              <a:t>https://github.com/webmaxru/northstar-orders-api-demo/pull/18</a:t>
            </a:r>
          </a:p>
          <a:p>
            <a:r>
              <a:rPr dirty="0"/>
              <a:t>https://github.com/webmaxru/northstar-orders-api-demo/pull/19</a:t>
            </a:r>
          </a:p>
          <a:p>
            <a:r>
              <a:rPr dirty="0"/>
              <a:t>https://github.com/webmaxru/northstar-orders-api-demo/pull/27</a:t>
            </a:r>
          </a:p>
          <a:p>
            <a:r>
              <a:rPr dirty="0"/>
              <a:t>https://github.com/webmaxru/northstar-orders-api-demo/pull/28</a:t>
            </a:r>
          </a:p>
          <a:p>
            <a:r>
              <a:rPr dirty="0"/>
              <a:t>https://github.com/webmaxru/northstar-orders-api-demo/issues/16</a:t>
            </a:r>
          </a:p>
          <a:p>
            <a:r>
              <a:rPr dirty="0"/>
              <a:t>https://github.com/webmaxru/ai-engineering-system/blob/main/docs/GUIDE-CONFORMANCE.md</a:t>
            </a:r>
          </a:p>
          <a:p>
            <a:r>
              <a:rPr dirty="0"/>
              <a:t>https://learn.microsoft.com/en-us/training/modules/design-agent-architecture-integration/4-plan-reason-execution</a:t>
            </a:r>
          </a:p>
          <a:p>
            <a:endParaRPr dirty="0"/>
          </a:p>
          <a:p>
            <a:r>
              <a:rPr dirty="0"/>
              <a:t>EVIDENCE BOUNDARY</a:t>
            </a:r>
          </a:p>
          <a:p>
            <a:r>
              <a:rPr lang="en-GB" dirty="0"/>
              <a:t>Open demo work is issues #4 and #17; draft demo PR #19 is the only open PR. PR #13 is a closed WI-1842 planner stop; PRs #15, #18, #21, #23, #25, #26, #27, #28 and #29 are closed, unmerged maintenance or failed-attempt records. These closures are scope cancellations, not accepted implementations. PR #19's exact-head review and hosted human-review pass, but repository-controls fails; no hosted </a:t>
            </a:r>
            <a:r>
              <a:rPr lang="en-GB" dirty="0" err="1"/>
              <a:t>ready_for_acceptance</a:t>
            </a:r>
            <a:r>
              <a:rPr lang="en-GB" dirty="0"/>
              <a:t> or successful VS Code/cloud delivery is recorded.</a:t>
            </a:r>
            <a:endParaRPr dirty="0"/>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Historical defect; locally repaired.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17e7a5c5 (closed)</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500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84;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PR 29 wrong-base</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ALIGNED; PG 12/12; REVIEW APPROVED;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CLOSED; CLOUD AC9 UNPROVED.</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